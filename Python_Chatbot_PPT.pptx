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shik Yerra" userId="ca8398bc6bacc71d" providerId="LiveId" clId="{305E2B94-2ADC-445F-8BCE-679B50ECC78A}"/>
    <pc:docChg chg="custSel addSld modSld">
      <pc:chgData name="Koushik Yerra" userId="ca8398bc6bacc71d" providerId="LiveId" clId="{305E2B94-2ADC-445F-8BCE-679B50ECC78A}" dt="2025-11-27T05:03:38.765" v="73" actId="27636"/>
      <pc:docMkLst>
        <pc:docMk/>
      </pc:docMkLst>
      <pc:sldChg chg="modSp mod">
        <pc:chgData name="Koushik Yerra" userId="ca8398bc6bacc71d" providerId="LiveId" clId="{305E2B94-2ADC-445F-8BCE-679B50ECC78A}" dt="2025-11-27T04:58:22.934" v="28" actId="27636"/>
        <pc:sldMkLst>
          <pc:docMk/>
          <pc:sldMk cId="0" sldId="257"/>
        </pc:sldMkLst>
        <pc:spChg chg="mod">
          <ac:chgData name="Koushik Yerra" userId="ca8398bc6bacc71d" providerId="LiveId" clId="{305E2B94-2ADC-445F-8BCE-679B50ECC78A}" dt="2025-11-27T04:58:22.934" v="28" actId="2763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oushik Yerra" userId="ca8398bc6bacc71d" providerId="LiveId" clId="{305E2B94-2ADC-445F-8BCE-679B50ECC78A}" dt="2025-11-27T05:03:06.470" v="71" actId="20577"/>
        <pc:sldMkLst>
          <pc:docMk/>
          <pc:sldMk cId="0" sldId="259"/>
        </pc:sldMkLst>
        <pc:spChg chg="mod">
          <ac:chgData name="Koushik Yerra" userId="ca8398bc6bacc71d" providerId="LiveId" clId="{305E2B94-2ADC-445F-8BCE-679B50ECC78A}" dt="2025-11-27T05:00:29.182" v="42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Koushik Yerra" userId="ca8398bc6bacc71d" providerId="LiveId" clId="{305E2B94-2ADC-445F-8BCE-679B50ECC78A}" dt="2025-11-27T05:03:06.470" v="71" actId="20577"/>
          <ac:spMkLst>
            <pc:docMk/>
            <pc:sldMk cId="0" sldId="259"/>
            <ac:spMk id="3" creationId="{00000000-0000-0000-0000-000000000000}"/>
          </ac:spMkLst>
        </pc:spChg>
      </pc:sldChg>
      <pc:sldChg chg="delSp modSp new mod">
        <pc:chgData name="Koushik Yerra" userId="ca8398bc6bacc71d" providerId="LiveId" clId="{305E2B94-2ADC-445F-8BCE-679B50ECC78A}" dt="2025-11-27T05:03:38.765" v="73" actId="27636"/>
        <pc:sldMkLst>
          <pc:docMk/>
          <pc:sldMk cId="3247551020" sldId="260"/>
        </pc:sldMkLst>
        <pc:spChg chg="del">
          <ac:chgData name="Koushik Yerra" userId="ca8398bc6bacc71d" providerId="LiveId" clId="{305E2B94-2ADC-445F-8BCE-679B50ECC78A}" dt="2025-11-27T04:59:14.665" v="30" actId="21"/>
          <ac:spMkLst>
            <pc:docMk/>
            <pc:sldMk cId="3247551020" sldId="260"/>
            <ac:spMk id="2" creationId="{044C8E95-DB63-1F2E-CA7A-1E8E8477D1CA}"/>
          </ac:spMkLst>
        </pc:spChg>
        <pc:spChg chg="mod">
          <ac:chgData name="Koushik Yerra" userId="ca8398bc6bacc71d" providerId="LiveId" clId="{305E2B94-2ADC-445F-8BCE-679B50ECC78A}" dt="2025-11-27T05:03:38.765" v="73" actId="27636"/>
          <ac:spMkLst>
            <pc:docMk/>
            <pc:sldMk cId="3247551020" sldId="260"/>
            <ac:spMk id="3" creationId="{30D5B6BB-D649-06FE-72A1-8E21C6EE43C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Chatbot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Simple Rule-Based Chatbot with Extra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Chatbot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Basic greetings (hello, hi, hey)</a:t>
            </a:r>
          </a:p>
          <a:p>
            <a:r>
              <a:t>Responds to user feelings</a:t>
            </a:r>
          </a:p>
          <a:p>
            <a:r>
              <a:t>Tells date &amp; time</a:t>
            </a:r>
          </a:p>
          <a:p>
            <a:r>
              <a:t>Tells a joke</a:t>
            </a:r>
          </a:p>
          <a:p>
            <a:r>
              <a:t>Weather response (dummy)</a:t>
            </a:r>
          </a:p>
          <a:p>
            <a:r>
              <a:t>Thanks reply</a:t>
            </a:r>
          </a:p>
          <a:p>
            <a:r>
              <a:t>Goodbye exit option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Chatbot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Takes user input inside a loop</a:t>
            </a:r>
          </a:p>
          <a:p>
            <a:r>
              <a:t>Converts text to lowercase for easy matching</a:t>
            </a:r>
          </a:p>
          <a:p>
            <a:r>
              <a:t>Matches predefined responses</a:t>
            </a:r>
          </a:p>
          <a:p>
            <a:r>
              <a:t>Breaks loop when user types 'bye'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93914"/>
            <a:ext cx="8229600" cy="1262743"/>
          </a:xfrm>
        </p:spPr>
        <p:txBody>
          <a:bodyPr/>
          <a:lstStyle/>
          <a:p>
            <a:r>
              <a:rPr dirty="0"/>
              <a:t>Chatbot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2886"/>
            <a:ext cx="8229600" cy="5932714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def chatbot():</a:t>
            </a:r>
          </a:p>
          <a:p>
            <a:r>
              <a:rPr lang="en-US" dirty="0"/>
              <a:t>    print("Chatbot: Type 'bye' to exit")</a:t>
            </a:r>
          </a:p>
          <a:p>
            <a:r>
              <a:rPr lang="en-US" dirty="0"/>
              <a:t>       while True:</a:t>
            </a:r>
          </a:p>
          <a:p>
            <a:r>
              <a:rPr lang="en-US" dirty="0"/>
              <a:t>        user = input("You: ").lower().strip()</a:t>
            </a:r>
          </a:p>
          <a:p>
            <a:r>
              <a:rPr lang="en-US" dirty="0"/>
              <a:t>        if user in ["hello", "hi", "hey", "</a:t>
            </a:r>
            <a:r>
              <a:rPr lang="en-US" dirty="0" err="1"/>
              <a:t>hlo</a:t>
            </a:r>
            <a:r>
              <a:rPr lang="en-US" dirty="0"/>
              <a:t>"]:</a:t>
            </a:r>
          </a:p>
          <a:p>
            <a:r>
              <a:rPr lang="en-US" dirty="0"/>
              <a:t>            print("Bot: Hello! How can I help you?")</a:t>
            </a:r>
          </a:p>
          <a:p>
            <a:r>
              <a:rPr lang="en-US" dirty="0"/>
              <a:t>        </a:t>
            </a:r>
            <a:r>
              <a:rPr lang="en-US" dirty="0" err="1"/>
              <a:t>elif</a:t>
            </a:r>
            <a:r>
              <a:rPr lang="en-US" dirty="0"/>
              <a:t> user in ["what is your name", "your name", "who are you"]:</a:t>
            </a:r>
          </a:p>
          <a:p>
            <a:r>
              <a:rPr lang="en-US" dirty="0"/>
              <a:t>            print("Bot: I'm your simple Python chatbot!")</a:t>
            </a:r>
          </a:p>
          <a:p>
            <a:r>
              <a:rPr lang="en-US" dirty="0"/>
              <a:t>        </a:t>
            </a:r>
            <a:r>
              <a:rPr lang="en-US" dirty="0" err="1"/>
              <a:t>elif</a:t>
            </a:r>
            <a:r>
              <a:rPr lang="en-US" dirty="0"/>
              <a:t> user in ["my name is", "</a:t>
            </a:r>
            <a:r>
              <a:rPr lang="en-US" dirty="0" err="1"/>
              <a:t>i</a:t>
            </a:r>
            <a:r>
              <a:rPr lang="en-US" dirty="0"/>
              <a:t> am", "</a:t>
            </a:r>
            <a:r>
              <a:rPr lang="en-US" dirty="0" err="1"/>
              <a:t>i'm</a:t>
            </a:r>
            <a:r>
              <a:rPr lang="en-US" dirty="0"/>
              <a:t>"]:</a:t>
            </a:r>
          </a:p>
          <a:p>
            <a:r>
              <a:rPr lang="en-US" dirty="0"/>
              <a:t>            print("Bot: Nice to meet you!")</a:t>
            </a:r>
          </a:p>
          <a:p>
            <a:r>
              <a:rPr lang="en-US" dirty="0"/>
              <a:t>        </a:t>
            </a:r>
            <a:r>
              <a:rPr lang="en-US" dirty="0" err="1"/>
              <a:t>elif</a:t>
            </a:r>
            <a:r>
              <a:rPr lang="en-US" dirty="0"/>
              <a:t> user in ["how are you", "how r u", "how are you doing"]:</a:t>
            </a:r>
          </a:p>
          <a:p>
            <a:r>
              <a:rPr lang="en-US" dirty="0"/>
              <a:t>            print("Bot: I'm doing great! Hope you're doing well too.")</a:t>
            </a:r>
          </a:p>
          <a:p>
            <a:r>
              <a:rPr lang="en-US" dirty="0"/>
              <a:t>        </a:t>
            </a:r>
            <a:r>
              <a:rPr lang="en-US" dirty="0" err="1"/>
              <a:t>elif</a:t>
            </a:r>
            <a:r>
              <a:rPr lang="en-US" dirty="0"/>
              <a:t> user in ["thanks", "thank you", "</a:t>
            </a:r>
            <a:r>
              <a:rPr lang="en-US" dirty="0" err="1"/>
              <a:t>thnx</a:t>
            </a:r>
            <a:r>
              <a:rPr lang="en-US" dirty="0"/>
              <a:t>"]:</a:t>
            </a:r>
          </a:p>
          <a:p>
            <a:r>
              <a:rPr lang="en-US" dirty="0"/>
              <a:t>            print("Bot: You're welcome!")</a:t>
            </a:r>
          </a:p>
          <a:p>
            <a:r>
              <a:rPr lang="en-US" dirty="0"/>
              <a:t>        </a:t>
            </a:r>
            <a:r>
              <a:rPr lang="en-US" dirty="0" err="1"/>
              <a:t>elif</a:t>
            </a:r>
            <a:r>
              <a:rPr lang="en-US" dirty="0"/>
              <a:t> user in ["tell me joke", "joke", "make me laugh"]:</a:t>
            </a:r>
          </a:p>
          <a:p>
            <a:r>
              <a:rPr lang="en-US" dirty="0"/>
              <a:t>            print("Bot: Why don’t programmers like nature? Too many bugs!")</a:t>
            </a:r>
          </a:p>
          <a:p>
            <a:r>
              <a:rPr lang="en-US" dirty="0"/>
              <a:t>        </a:t>
            </a:r>
            <a:r>
              <a:rPr lang="en-US" dirty="0" err="1"/>
              <a:t>elif</a:t>
            </a:r>
            <a:r>
              <a:rPr lang="en-US" dirty="0"/>
              <a:t> user in ["time", "what is the time"]:</a:t>
            </a:r>
          </a:p>
          <a:p>
            <a:r>
              <a:rPr lang="en-US" dirty="0"/>
              <a:t>            import datetime</a:t>
            </a:r>
          </a:p>
          <a:p>
            <a:r>
              <a:rPr lang="en-US" dirty="0"/>
              <a:t>            now = </a:t>
            </a:r>
            <a:r>
              <a:rPr lang="en-US" dirty="0" err="1"/>
              <a:t>datetime.datetime.now</a:t>
            </a:r>
            <a:r>
              <a:rPr lang="en-US" dirty="0"/>
              <a:t>().</a:t>
            </a:r>
            <a:r>
              <a:rPr lang="en-US" dirty="0" err="1"/>
              <a:t>strftime</a:t>
            </a:r>
            <a:r>
              <a:rPr lang="en-US" dirty="0"/>
              <a:t>("%H:%M:%S")</a:t>
            </a:r>
          </a:p>
          <a:p>
            <a:r>
              <a:rPr lang="en-US" dirty="0"/>
              <a:t>            print("Bot: The current time is:", now)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5B6BB-D649-06FE-72A1-8E21C6EE4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743"/>
            <a:ext cx="8229600" cy="6738257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elif</a:t>
            </a:r>
            <a:r>
              <a:rPr lang="en-US" dirty="0"/>
              <a:t> user in ["date", "today date", "what is the date"]:</a:t>
            </a:r>
          </a:p>
          <a:p>
            <a:r>
              <a:rPr lang="en-US" dirty="0"/>
              <a:t>            import datetime</a:t>
            </a:r>
          </a:p>
          <a:p>
            <a:r>
              <a:rPr lang="en-US" dirty="0"/>
              <a:t>            today = </a:t>
            </a:r>
            <a:r>
              <a:rPr lang="en-US" dirty="0" err="1"/>
              <a:t>datetime.date.today</a:t>
            </a:r>
            <a:r>
              <a:rPr lang="en-US" dirty="0"/>
              <a:t>()</a:t>
            </a:r>
          </a:p>
          <a:p>
            <a:r>
              <a:rPr lang="en-US" dirty="0"/>
              <a:t>            print("Bot: Today's date is:", today)</a:t>
            </a:r>
          </a:p>
          <a:p>
            <a:r>
              <a:rPr lang="en-US" dirty="0"/>
              <a:t>        </a:t>
            </a:r>
            <a:r>
              <a:rPr lang="en-US" dirty="0" err="1"/>
              <a:t>elif</a:t>
            </a:r>
            <a:r>
              <a:rPr lang="en-US" dirty="0"/>
              <a:t> user in ["weather", "how is the weather", "today weather"]:</a:t>
            </a:r>
          </a:p>
          <a:p>
            <a:r>
              <a:rPr lang="en-US" dirty="0"/>
              <a:t>            print("Bot: I can't check real weather, but I hope it's sunny where you are!")</a:t>
            </a:r>
          </a:p>
          <a:p>
            <a:r>
              <a:rPr lang="en-US" dirty="0"/>
              <a:t>        </a:t>
            </a:r>
            <a:r>
              <a:rPr lang="en-US" dirty="0" err="1"/>
              <a:t>elif</a:t>
            </a:r>
            <a:r>
              <a:rPr lang="en-US" dirty="0"/>
              <a:t> user == "bye":</a:t>
            </a:r>
          </a:p>
          <a:p>
            <a:r>
              <a:rPr lang="en-US" dirty="0"/>
              <a:t>            print("Bot: ok bye! Have a nice day 🙂")</a:t>
            </a:r>
          </a:p>
          <a:p>
            <a:r>
              <a:rPr lang="en-US" dirty="0"/>
              <a:t>            break</a:t>
            </a:r>
          </a:p>
          <a:p>
            <a:r>
              <a:rPr lang="en-US" dirty="0"/>
              <a:t>        else:</a:t>
            </a:r>
          </a:p>
          <a:p>
            <a:r>
              <a:rPr lang="en-US" dirty="0"/>
              <a:t>            print("Bot: Sorry, I didn't understand that.")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chatbot()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551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437</Words>
  <Application>Microsoft Office PowerPoint</Application>
  <PresentationFormat>On-screen Show (4:3)</PresentationFormat>
  <Paragraphs>52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Python Chatbot Program</vt:lpstr>
      <vt:lpstr>Chatbot Features</vt:lpstr>
      <vt:lpstr>How the Chatbot Works</vt:lpstr>
      <vt:lpstr>Chatbot Code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Koushik Yerra</cp:lastModifiedBy>
  <cp:revision>1</cp:revision>
  <dcterms:created xsi:type="dcterms:W3CDTF">2013-01-27T09:14:16Z</dcterms:created>
  <dcterms:modified xsi:type="dcterms:W3CDTF">2025-11-27T05:03:58Z</dcterms:modified>
  <cp:category/>
</cp:coreProperties>
</file>